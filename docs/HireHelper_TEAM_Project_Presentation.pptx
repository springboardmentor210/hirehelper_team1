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-1301" y="-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95360" y="685800"/>
            <a:ext cx="2834640" cy="5394960"/>
          </a:xfrm>
          <a:prstGeom prst="roundRect">
            <a:avLst/>
          </a:prstGeom>
          <a:solidFill>
            <a:srgbClr val="E8F0FB"/>
          </a:solidFill>
          <a:ln>
            <a:solidFill>
              <a:srgbClr val="E8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0" y="114300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46920" y="1645920"/>
            <a:ext cx="822960" cy="731520"/>
          </a:xfrm>
          <a:prstGeom prst="round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46920" y="1810512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HH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F63BE"/>
                </a:solidFill>
                <a:latin typeface="Aptos"/>
              </a:defRPr>
            </a:pPr>
            <a:r>
              <a:t>PROJECT PRESENTATION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6400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700" b="1">
                <a:solidFill>
                  <a:srgbClr val="192A46"/>
                </a:solidFill>
                <a:latin typeface="Aptos"/>
              </a:defRPr>
            </a:pPr>
            <a:r>
              <a:t>HireHelper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6400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0">
                <a:solidFill>
                  <a:srgbClr val="2F63BE"/>
                </a:solidFill>
                <a:latin typeface="Aptos"/>
              </a:defRPr>
            </a:pPr>
            <a:r>
              <a:t>A Full-Stack Task Assistance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6675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A4554"/>
                </a:solidFill>
                <a:latin typeface="Aptos"/>
              </a:defRPr>
            </a:pPr>
            <a:r>
              <a:t>Connecting people who need help with people willing to perform and manage task-related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6400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370832"/>
            <a:ext cx="5943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92A46"/>
                </a:solidFill>
                <a:latin typeface="Aptos"/>
              </a:defRPr>
            </a:pPr>
            <a:r>
              <a:t>Infosys Springboard Virtual Internship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18304"/>
            <a:ext cx="5943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717C8B"/>
                </a:solidFill>
                <a:latin typeface="Aptos"/>
              </a:defRPr>
            </a:pPr>
            <a:r>
              <a:t>Team: HireHelper_Team1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F63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92A46"/>
                </a:solidFill>
                <a:latin typeface="Aptos"/>
              </a:defRPr>
            </a:pPr>
            <a:r>
              <a:t>Project Overview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717C8B"/>
                </a:solidFill>
                <a:latin typeface="Aptos"/>
              </a:defRPr>
            </a:pPr>
            <a:r>
              <a:t>Why a centralized task-assistance platform is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914400" cy="50292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92A46"/>
                </a:solidFill>
                <a:latin typeface="Aptos"/>
              </a:defRPr>
            </a:pPr>
            <a:r>
              <a:t>People who need help and people willing to provide help benefit from a simple, organized platform to discover, connect, and manage task-related activities.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64008" cy="2286000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926080"/>
            <a:ext cx="29809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Need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291840"/>
            <a:ext cx="2980944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Finding suitable assistance and keeping task activity organized.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74320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2743200"/>
            <a:ext cx="64008" cy="2286000"/>
          </a:xfrm>
          <a:prstGeom prst="rect">
            <a:avLst/>
          </a:prstGeom>
          <a:solidFill>
            <a:srgbClr val="2A9985"/>
          </a:solidFill>
          <a:ln>
            <a:solidFill>
              <a:srgbClr val="2A9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2926080"/>
            <a:ext cx="29809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Want to Help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3291840"/>
            <a:ext cx="2980944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Potential helpers need visibility into available tasks.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74320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6" y="2743200"/>
            <a:ext cx="64008" cy="2286000"/>
          </a:xfrm>
          <a:prstGeom prst="rect">
            <a:avLst/>
          </a:prstGeom>
          <a:solidFill>
            <a:srgbClr val="EB9D2A"/>
          </a:solidFill>
          <a:ln>
            <a:solidFill>
              <a:srgbClr val="EB9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4" y="2926080"/>
            <a:ext cx="29809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Coordination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291840"/>
            <a:ext cx="2980944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Requests, task information, and interactions benefit from one system.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8229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717C8B"/>
                </a:solidFill>
                <a:latin typeface="Aptos"/>
              </a:defRPr>
            </a:pPr>
            <a:r>
              <a:t>HireHelper | Infosys Springboard Virtual Internship | HireHelper_Team1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F63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92A46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717C8B"/>
                </a:solidFill>
                <a:latin typeface="Aptos"/>
              </a:defRPr>
            </a:pPr>
            <a:r>
              <a:t>HireHelper bridges task creators and people willing to help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914400" cy="50292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2240280"/>
            <a:ext cx="2926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920240" y="2487168"/>
            <a:ext cx="914400" cy="594360"/>
          </a:xfrm>
          <a:prstGeom prst="round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258775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1012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2A46"/>
                </a:solidFill>
                <a:latin typeface="Aptos"/>
              </a:defRPr>
            </a:pPr>
            <a:r>
              <a:t>People Who Need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30752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717C8B"/>
                </a:solidFill>
                <a:latin typeface="Aptos"/>
              </a:defRPr>
            </a:pPr>
            <a:r>
              <a:t>Create and manage task-related activities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240280"/>
            <a:ext cx="2926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23560" y="2487168"/>
            <a:ext cx="914400" cy="594360"/>
          </a:xfrm>
          <a:prstGeom prst="roundRect">
            <a:avLst/>
          </a:prstGeom>
          <a:solidFill>
            <a:srgbClr val="2A9985"/>
          </a:solidFill>
          <a:ln>
            <a:solidFill>
              <a:srgbClr val="2A9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23560" y="258775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31012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2A46"/>
                </a:solidFill>
                <a:latin typeface="Aptos"/>
              </a:defRPr>
            </a:pPr>
            <a:r>
              <a:t>HireHelper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730752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717C8B"/>
                </a:solidFill>
                <a:latin typeface="Aptos"/>
              </a:defRPr>
            </a:pPr>
            <a:r>
              <a:t>Centralized discovery, interaction and management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240280"/>
            <a:ext cx="2926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326880" y="2487168"/>
            <a:ext cx="914400" cy="594360"/>
          </a:xfrm>
          <a:prstGeom prst="roundRect">
            <a:avLst/>
          </a:prstGeom>
          <a:solidFill>
            <a:srgbClr val="EB9D2A"/>
          </a:solidFill>
          <a:ln>
            <a:solidFill>
              <a:srgbClr val="EB9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0" y="258775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331012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2A46"/>
                </a:solidFill>
                <a:latin typeface="Aptos"/>
              </a:defRPr>
            </a:pPr>
            <a:r>
              <a:t>Helpers /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730752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717C8B"/>
                </a:solidFill>
                <a:latin typeface="Aptos"/>
              </a:defRPr>
            </a:pPr>
            <a:r>
              <a:t>Discover tasks and interact with opportunities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2971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2F63BE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971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2F63BE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8229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717C8B"/>
                </a:solidFill>
                <a:latin typeface="Aptos"/>
              </a:defRPr>
            </a:pPr>
            <a:r>
              <a:t>HireHelper | Infosys Springboard Virtual Internship | HireHelper_Team1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F63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92A46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717C8B"/>
                </a:solidFill>
                <a:latin typeface="Aptos"/>
              </a:defRPr>
            </a:pPr>
            <a:r>
              <a:t>Core goals of the complete HireHelper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914400" cy="50292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64008" cy="1554480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920240"/>
            <a:ext cx="30266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Simplify Task Posting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86000"/>
            <a:ext cx="30266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Provide a structured way to add and manage tasks.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737360"/>
            <a:ext cx="64008" cy="1554480"/>
          </a:xfrm>
          <a:prstGeom prst="rect">
            <a:avLst/>
          </a:prstGeom>
          <a:solidFill>
            <a:srgbClr val="2A9985"/>
          </a:solidFill>
          <a:ln>
            <a:solidFill>
              <a:srgbClr val="2A9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8848" y="1920240"/>
            <a:ext cx="30266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Connect Users &amp; 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286000"/>
            <a:ext cx="30266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Support interaction around tasks and requests.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73736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1737360"/>
            <a:ext cx="64008" cy="1554480"/>
          </a:xfrm>
          <a:prstGeom prst="rect">
            <a:avLst/>
          </a:prstGeom>
          <a:solidFill>
            <a:srgbClr val="EB9D2A"/>
          </a:solidFill>
          <a:ln>
            <a:solidFill>
              <a:srgbClr val="EB9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1920240"/>
            <a:ext cx="30266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Centralize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286000"/>
            <a:ext cx="30266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Organize task-related pages in one platform.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39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749039"/>
            <a:ext cx="64008" cy="1554480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3931920"/>
            <a:ext cx="30266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Provide Secure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297679"/>
            <a:ext cx="30266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Use authentication, JWT, bcrypt and protected routes.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749039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7680" y="3749039"/>
            <a:ext cx="64008" cy="1554480"/>
          </a:xfrm>
          <a:prstGeom prst="rect">
            <a:avLst/>
          </a:prstGeom>
          <a:solidFill>
            <a:srgbClr val="2A9985"/>
          </a:solidFill>
          <a:ln>
            <a:solidFill>
              <a:srgbClr val="2A9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98848" y="3931920"/>
            <a:ext cx="30266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User-Friendly Navigation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4297679"/>
            <a:ext cx="30266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Enable access to dashboard, tasks, feed and settings.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3749039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55279" y="3749039"/>
            <a:ext cx="64008" cy="1554480"/>
          </a:xfrm>
          <a:prstGeom prst="rect">
            <a:avLst/>
          </a:prstGeom>
          <a:solidFill>
            <a:srgbClr val="EB9D2A"/>
          </a:solidFill>
          <a:ln>
            <a:solidFill>
              <a:srgbClr val="EB9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56448" y="3931920"/>
            <a:ext cx="30266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Full-Stack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4297679"/>
            <a:ext cx="30266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Connect React interfaces with backend APIs and database.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8229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717C8B"/>
                </a:solidFill>
                <a:latin typeface="Aptos"/>
              </a:defRPr>
            </a:pPr>
            <a:r>
              <a:t>HireHelper | Infosys Springboard Virtual Internship | HireHelper_Team1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F63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92A46"/>
                </a:solidFill>
                <a:latin typeface="Aptos"/>
              </a:defRPr>
            </a:pPr>
            <a:r>
              <a:t>Complete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717C8B"/>
                </a:solidFill>
                <a:latin typeface="Aptos"/>
              </a:defRPr>
            </a:pPr>
            <a:r>
              <a:t>Frontend, backend, database, email services, and protected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914400" cy="50292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743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92A46"/>
                </a:solidFill>
                <a:latin typeface="Aptos"/>
              </a:defRPr>
            </a:pPr>
            <a:r>
              <a:t>React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717C8B"/>
                </a:solidFill>
                <a:latin typeface="Aptos"/>
              </a:defRPr>
            </a:pPr>
            <a:r>
              <a:t>Pages • Components • Router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3108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59" y="2103120"/>
            <a:ext cx="29260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92A46"/>
                </a:solidFill>
                <a:latin typeface="Aptos"/>
              </a:defRPr>
            </a:pPr>
            <a:r>
              <a:t>Node.js + Express.js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514600"/>
            <a:ext cx="292607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717C8B"/>
                </a:solidFill>
                <a:latin typeface="Aptos"/>
              </a:defRPr>
            </a:pPr>
            <a:r>
              <a:t>REST APIs • Logic • 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874519"/>
            <a:ext cx="2743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19" y="210312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92A46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514600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717C8B"/>
                </a:solidFill>
                <a:latin typeface="Aptos"/>
              </a:defRPr>
            </a:pPr>
            <a:r>
              <a:t>Users • Tasks • Application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251960"/>
            <a:ext cx="23774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448056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92A46"/>
                </a:solidFill>
                <a:latin typeface="Aptos"/>
              </a:defRPr>
            </a:pPr>
            <a:r>
              <a:t>Nodemailer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892040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717C8B"/>
                </a:solidFill>
                <a:latin typeface="Aptos"/>
              </a:defRPr>
            </a:pPr>
            <a:r>
              <a:t>OTP &amp; Reset Emails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4251960"/>
            <a:ext cx="2103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41080" y="4480560"/>
            <a:ext cx="192023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92A46"/>
                </a:solidFill>
                <a:latin typeface="Aptos"/>
              </a:defRPr>
            </a:pPr>
            <a:r>
              <a:t>User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892040"/>
            <a:ext cx="192023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717C8B"/>
                </a:solidFill>
                <a:latin typeface="Aptos"/>
              </a:defRPr>
            </a:pPr>
            <a:r>
              <a:t>Verification / 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2258568"/>
            <a:ext cx="868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2F63BE"/>
                </a:solidFill>
                <a:latin typeface="Aptos"/>
              </a:defRPr>
            </a:pPr>
            <a:r>
              <a:t>Axios / REST API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24028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246120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F63BE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553712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440680"/>
            <a:ext cx="3383280" cy="502920"/>
          </a:xfrm>
          <a:prstGeom prst="roundRect">
            <a:avLst/>
          </a:prstGeom>
          <a:solidFill>
            <a:srgbClr val="E8F0FB"/>
          </a:solidFill>
          <a:ln>
            <a:solidFill>
              <a:srgbClr val="E8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577840"/>
            <a:ext cx="3108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F63BE"/>
                </a:solidFill>
                <a:latin typeface="Aptos"/>
              </a:defRPr>
            </a:pPr>
            <a:r>
              <a:t>Authentication → JWT → Protected API Routes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19088"/>
            <a:ext cx="8229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717C8B"/>
                </a:solidFill>
                <a:latin typeface="Aptos"/>
              </a:defRPr>
            </a:pPr>
            <a:r>
              <a:t>HireHelper | Infosys Springboard Virtual Internship | HireHelper_Team1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F63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92A46"/>
                </a:solidFill>
                <a:latin typeface="Aptos"/>
              </a:defRPr>
            </a:pPr>
            <a:r>
              <a:t>Major Modules of HireHelper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717C8B"/>
                </a:solidFill>
                <a:latin typeface="Aptos"/>
              </a:defRPr>
            </a:pPr>
            <a:r>
              <a:t>The complete application module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914400" cy="50292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63440" y="1783080"/>
            <a:ext cx="2834640" cy="731520"/>
          </a:xfrm>
          <a:prstGeom prst="round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3440" y="1993392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HireHelper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926080"/>
            <a:ext cx="64008" cy="1234440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3108960"/>
            <a:ext cx="27523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Guest / 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74720"/>
            <a:ext cx="275234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Platform introduction and navigation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92608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60520" y="2926080"/>
            <a:ext cx="64008" cy="1234440"/>
          </a:xfrm>
          <a:prstGeom prst="rect">
            <a:avLst/>
          </a:prstGeom>
          <a:solidFill>
            <a:srgbClr val="2A9985"/>
          </a:solidFill>
          <a:ln>
            <a:solidFill>
              <a:srgbClr val="2A9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61688" y="3108960"/>
            <a:ext cx="27523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3474720"/>
            <a:ext cx="275234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Register, OTP, Login, Recovery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92608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35240" y="2926080"/>
            <a:ext cx="64008" cy="1234440"/>
          </a:xfrm>
          <a:prstGeom prst="rect">
            <a:avLst/>
          </a:prstGeom>
          <a:solidFill>
            <a:srgbClr val="EB9D2A"/>
          </a:solidFill>
          <a:ln>
            <a:solidFill>
              <a:srgbClr val="EB9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36408" y="3108960"/>
            <a:ext cx="27523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Dashboard &amp;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3474720"/>
            <a:ext cx="275234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Dashboard, notifications, settings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70916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4709160"/>
            <a:ext cx="64008" cy="1234440"/>
          </a:xfrm>
          <a:prstGeom prst="rect">
            <a:avLst/>
          </a:prstGeom>
          <a:solidFill>
            <a:srgbClr val="2A9985"/>
          </a:solidFill>
          <a:ln>
            <a:solidFill>
              <a:srgbClr val="2A9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4892040"/>
            <a:ext cx="27523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Task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5257800"/>
            <a:ext cx="275234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Add Task, My Tasks, details/actions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70916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60520" y="4709160"/>
            <a:ext cx="64008" cy="1234440"/>
          </a:xfrm>
          <a:prstGeom prst="rect">
            <a:avLst/>
          </a:prstGeom>
          <a:solidFill>
            <a:srgbClr val="EB9D2A"/>
          </a:solidFill>
          <a:ln>
            <a:solidFill>
              <a:srgbClr val="EB9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61688" y="4892040"/>
            <a:ext cx="27523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Requests / Applicants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5257800"/>
            <a:ext cx="275234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Poster and helper interaction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470916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635240" y="4709160"/>
            <a:ext cx="64008" cy="1234440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36408" y="4892040"/>
            <a:ext cx="27523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Feed / Discovery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36408" y="5257800"/>
            <a:ext cx="275234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Explore available information/tasks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19088"/>
            <a:ext cx="8229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717C8B"/>
                </a:solidFill>
                <a:latin typeface="Aptos"/>
              </a:defRPr>
            </a:pPr>
            <a:r>
              <a:t>HireHelper | Infosys Springboard Virtual Internship | HireHelper_Team1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F63B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92A46"/>
                </a:solidFill>
                <a:latin typeface="Aptos"/>
              </a:defRPr>
            </a:pPr>
            <a:r>
              <a:t>User Journey &amp; Application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717C8B"/>
                </a:solidFill>
                <a:latin typeface="Aptos"/>
              </a:defRPr>
            </a:pPr>
            <a:r>
              <a:t>High-level journey through HireHelper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914400" cy="50292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1325880" cy="914400"/>
          </a:xfrm>
          <a:prstGeom prst="roundRect">
            <a:avLst/>
          </a:prstGeom>
          <a:solidFill>
            <a:srgbClr val="E8F0FB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2606040"/>
            <a:ext cx="117957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69" b="1">
                <a:solidFill>
                  <a:srgbClr val="192A46"/>
                </a:solidFill>
                <a:latin typeface="Aptos"/>
              </a:defRPr>
            </a:pPr>
            <a:r>
              <a:t>Guest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633472"/>
            <a:ext cx="2103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38528" y="2331720"/>
            <a:ext cx="1325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11680" y="2606040"/>
            <a:ext cx="117957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69" b="1">
                <a:solidFill>
                  <a:srgbClr val="192A46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2633472"/>
            <a:ext cx="2103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9856" y="2331720"/>
            <a:ext cx="1325880" cy="914400"/>
          </a:xfrm>
          <a:prstGeom prst="roundRect">
            <a:avLst/>
          </a:prstGeom>
          <a:solidFill>
            <a:srgbClr val="E8F0FB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93008" y="2606040"/>
            <a:ext cx="117957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69" b="1">
                <a:solidFill>
                  <a:srgbClr val="192A46"/>
                </a:solidFill>
                <a:latin typeface="Aptos"/>
              </a:defRPr>
            </a:pPr>
            <a:r>
              <a:t>Register /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2633472"/>
            <a:ext cx="2103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01184" y="2331720"/>
            <a:ext cx="1325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74336" y="2606040"/>
            <a:ext cx="117957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69" b="1">
                <a:solidFill>
                  <a:srgbClr val="192A46"/>
                </a:solidFill>
                <a:latin typeface="Aptos"/>
              </a:defRPr>
            </a:pPr>
            <a:r>
              <a:t>Verify Account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2633472"/>
            <a:ext cx="2103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2512" y="2331720"/>
            <a:ext cx="1325880" cy="914400"/>
          </a:xfrm>
          <a:prstGeom prst="roundRect">
            <a:avLst/>
          </a:prstGeom>
          <a:solidFill>
            <a:srgbClr val="E8F0FB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5664" y="2606040"/>
            <a:ext cx="117957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69" b="1">
                <a:solidFill>
                  <a:srgbClr val="192A46"/>
                </a:solidFill>
                <a:latin typeface="Aptos"/>
              </a:defRPr>
            </a:pPr>
            <a:r>
              <a:t>Access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2633472"/>
            <a:ext cx="2103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2331720"/>
            <a:ext cx="1325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36992" y="2606040"/>
            <a:ext cx="117957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69" b="1">
                <a:solidFill>
                  <a:srgbClr val="192A46"/>
                </a:solidFill>
                <a:latin typeface="Aptos"/>
              </a:defRPr>
            </a:pPr>
            <a:r>
              <a:t>Create / Discover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633472"/>
            <a:ext cx="2103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45168" y="2331720"/>
            <a:ext cx="1325880" cy="914400"/>
          </a:xfrm>
          <a:prstGeom prst="roundRect">
            <a:avLst/>
          </a:prstGeom>
          <a:solidFill>
            <a:srgbClr val="E8F0FB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0" y="2606040"/>
            <a:ext cx="117957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69" b="1">
                <a:solidFill>
                  <a:srgbClr val="192A46"/>
                </a:solidFill>
                <a:latin typeface="Aptos"/>
              </a:defRPr>
            </a:pPr>
            <a:r>
              <a:t>Interact / Manage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71048" y="2633472"/>
            <a:ext cx="2103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26496" y="2331720"/>
            <a:ext cx="1325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899648" y="2606040"/>
            <a:ext cx="117957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69" b="1">
                <a:solidFill>
                  <a:srgbClr val="192A46"/>
                </a:solidFill>
                <a:latin typeface="Aptos"/>
              </a:defRPr>
            </a:pPr>
            <a:r>
              <a:t>Task 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343400"/>
            <a:ext cx="9966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A4554"/>
                </a:solidFill>
                <a:latin typeface="Aptos"/>
              </a:defRPr>
            </a:pPr>
            <a:r>
              <a:t>After authentication, users can navigate between dashboard, task, request, feed, settings, notification and related features.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8229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717C8B"/>
                </a:solidFill>
                <a:latin typeface="Aptos"/>
              </a:defRPr>
            </a:pPr>
            <a:r>
              <a:t>HireHelper | Infosys Springboard Virtual Internship | HireHelper_Team1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F63B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92A46"/>
                </a:solidFill>
                <a:latin typeface="Aptos"/>
              </a:defRPr>
            </a:pPr>
            <a:r>
              <a:t>Authentication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717C8B"/>
                </a:solidFill>
                <a:latin typeface="Aptos"/>
              </a:defRPr>
            </a:pPr>
            <a:r>
              <a:t>A dedicated module supporting secure application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914400" cy="50292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1737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112264"/>
            <a:ext cx="1554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92A46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103120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6312" y="1874519"/>
            <a:ext cx="1737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87752" y="2112264"/>
            <a:ext cx="1554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92A46"/>
                </a:solidFill>
                <a:latin typeface="Aptos"/>
              </a:defRPr>
            </a:pPr>
            <a:r>
              <a:t>OTP Generated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3672" y="2103120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874519"/>
            <a:ext cx="1737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9704" y="2112264"/>
            <a:ext cx="1554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92A46"/>
                </a:solidFill>
                <a:latin typeface="Aptos"/>
              </a:defRPr>
            </a:pPr>
            <a:r>
              <a:t>Email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5624" y="2103120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216" y="1874519"/>
            <a:ext cx="1737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91656" y="2112264"/>
            <a:ext cx="1554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92A46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2103120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02168" y="1874519"/>
            <a:ext cx="1737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2112264"/>
            <a:ext cx="1554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92A46"/>
                </a:solidFill>
                <a:latin typeface="Aptos"/>
              </a:defRPr>
            </a:pPr>
            <a:r>
              <a:t>JWT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9528" y="2103120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874519"/>
            <a:ext cx="1737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95560" y="2112264"/>
            <a:ext cx="1554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92A46"/>
                </a:solidFill>
                <a:latin typeface="Aptos"/>
              </a:defRPr>
            </a:pPr>
            <a:r>
              <a:t>Protected Features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3794760"/>
            <a:ext cx="9921240" cy="1143000"/>
          </a:xfrm>
          <a:prstGeom prst="roundRect">
            <a:avLst/>
          </a:prstGeom>
          <a:solidFill>
            <a:srgbClr val="F6F9FD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63040" y="4160520"/>
            <a:ext cx="9235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F63BE"/>
                </a:solidFill>
                <a:latin typeface="Aptos"/>
              </a:defRPr>
            </a:pPr>
            <a:r>
              <a:t>Forgot Password → Registered Email → Secure Reset Link → New Password → Login Again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486400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717C8B"/>
                </a:solidFill>
                <a:latin typeface="Aptos"/>
              </a:defRPr>
            </a:pPr>
            <a:r>
              <a:t>bcrypt password hashing • JWT authentication • OTP verification • Protected routes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8229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717C8B"/>
                </a:solidFill>
                <a:latin typeface="Aptos"/>
              </a:defRPr>
            </a:pPr>
            <a:r>
              <a:t>HireHelper | Infosys Springboard Virtual Internship | HireHelper_Team1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F63B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92A46"/>
                </a:solidFill>
                <a:latin typeface="Aptos"/>
              </a:defRPr>
            </a:pPr>
            <a:r>
              <a:t>Task Management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717C8B"/>
                </a:solidFill>
                <a:latin typeface="Aptos"/>
              </a:defRPr>
            </a:pPr>
            <a:r>
              <a:t>Core flow for task creation, availability, interaction, and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914400" cy="50292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719072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5" y="2240280"/>
            <a:ext cx="640080" cy="502920"/>
          </a:xfrm>
          <a:prstGeom prst="round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6695" y="2377440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14447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92A46"/>
                </a:solidFill>
                <a:latin typeface="Aptos"/>
              </a:defRPr>
            </a:pPr>
            <a:r>
              <a:t>Create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144475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717C8B"/>
                </a:solidFill>
                <a:latin typeface="Aptos"/>
              </a:defRPr>
            </a:pPr>
            <a:r>
              <a:t>Provide task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2743200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1965960"/>
            <a:ext cx="1719072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916936" y="2240280"/>
            <a:ext cx="640080" cy="502920"/>
          </a:xfrm>
          <a:prstGeom prst="roundRect">
            <a:avLst/>
          </a:prstGeom>
          <a:solidFill>
            <a:srgbClr val="2A9985"/>
          </a:solidFill>
          <a:ln>
            <a:solidFill>
              <a:srgbClr val="2A9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16936" y="2377440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971800"/>
            <a:ext cx="14447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92A46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383280"/>
            <a:ext cx="144475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717C8B"/>
                </a:solidFill>
                <a:latin typeface="Aptos"/>
              </a:defRPr>
            </a:pPr>
            <a:r>
              <a:t>Process API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2" y="2743200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965960"/>
            <a:ext cx="1719072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837176" y="2240280"/>
            <a:ext cx="640080" cy="502920"/>
          </a:xfrm>
          <a:prstGeom prst="roundRect">
            <a:avLst/>
          </a:prstGeom>
          <a:solidFill>
            <a:srgbClr val="EB9D2A"/>
          </a:solidFill>
          <a:ln>
            <a:solidFill>
              <a:srgbClr val="EB9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37176" y="2377440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971800"/>
            <a:ext cx="14447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92A46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383280"/>
            <a:ext cx="144475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717C8B"/>
                </a:solidFill>
                <a:latin typeface="Aptos"/>
              </a:defRPr>
            </a:pPr>
            <a:r>
              <a:t>Store task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2" y="2743200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965960"/>
            <a:ext cx="1719072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757416" y="2240280"/>
            <a:ext cx="640080" cy="502920"/>
          </a:xfrm>
          <a:prstGeom prst="round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57416" y="2377440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971800"/>
            <a:ext cx="14447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92A46"/>
                </a:solidFill>
                <a:latin typeface="Aptos"/>
              </a:defRPr>
            </a:pPr>
            <a:r>
              <a:t>Availability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383280"/>
            <a:ext cx="144475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717C8B"/>
                </a:solidFill>
                <a:latin typeface="Aptos"/>
              </a:defRPr>
            </a:pPr>
            <a:r>
              <a:t>Display in application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6992" y="2743200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1965960"/>
            <a:ext cx="1719072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77656" y="2240280"/>
            <a:ext cx="640080" cy="502920"/>
          </a:xfrm>
          <a:prstGeom prst="roundRect">
            <a:avLst/>
          </a:prstGeom>
          <a:solidFill>
            <a:srgbClr val="2A9985"/>
          </a:solidFill>
          <a:ln>
            <a:solidFill>
              <a:srgbClr val="2A9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77656" y="2377440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971800"/>
            <a:ext cx="14447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92A46"/>
                </a:solidFill>
                <a:latin typeface="Aptos"/>
              </a:defRPr>
            </a:pPr>
            <a:r>
              <a:t>Interaction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383280"/>
            <a:ext cx="144475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717C8B"/>
                </a:solidFill>
                <a:latin typeface="Aptos"/>
              </a:defRPr>
            </a:pPr>
            <a:r>
              <a:t>Requests / applicants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7232" y="2743200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0" y="1965960"/>
            <a:ext cx="1719072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597896" y="2240280"/>
            <a:ext cx="640080" cy="502920"/>
          </a:xfrm>
          <a:prstGeom prst="roundRect">
            <a:avLst/>
          </a:prstGeom>
          <a:solidFill>
            <a:srgbClr val="EB9D2A"/>
          </a:solidFill>
          <a:ln>
            <a:solidFill>
              <a:srgbClr val="EB9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97896" y="2377440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2971800"/>
            <a:ext cx="14447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92A46"/>
                </a:solidFill>
                <a:latin typeface="Aptos"/>
              </a:defRPr>
            </a:pPr>
            <a:r>
              <a:t>Management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3383280"/>
            <a:ext cx="144475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717C8B"/>
                </a:solidFill>
                <a:latin typeface="Aptos"/>
              </a:defRPr>
            </a:pPr>
            <a:r>
              <a:t>Manage task-related activity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074920"/>
            <a:ext cx="10332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717C8B"/>
                </a:solidFill>
                <a:latin typeface="Aptos"/>
              </a:defRPr>
            </a:pPr>
            <a:r>
              <a:t>Exact statuses and completion actions can follow the implemented project and PRD scope.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19088"/>
            <a:ext cx="8229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717C8B"/>
                </a:solidFill>
                <a:latin typeface="Aptos"/>
              </a:defRPr>
            </a:pPr>
            <a:r>
              <a:t>HireHelper | Infosys Springboard Virtual Internship | HireHelper_Team1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F63B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92A46"/>
                </a:solidFill>
                <a:latin typeface="Aptos"/>
              </a:defRPr>
            </a:pPr>
            <a:r>
              <a:t>Key Application Screens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717C8B"/>
                </a:solidFill>
                <a:latin typeface="Aptos"/>
              </a:defRPr>
            </a:pPr>
            <a:r>
              <a:t>Professional editable placeholders for your real project screenshots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914400" cy="50292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21207" y="1645920"/>
            <a:ext cx="2350008" cy="1691640"/>
          </a:xfrm>
          <a:prstGeom prst="roundRect">
            <a:avLst/>
          </a:prstGeom>
          <a:solidFill>
            <a:srgbClr val="F6F9FD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47288" y="1645920"/>
            <a:ext cx="2350008" cy="1691640"/>
          </a:xfrm>
          <a:prstGeom prst="roundRect">
            <a:avLst/>
          </a:prstGeom>
          <a:solidFill>
            <a:srgbClr val="F6F9FD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91656" y="1645920"/>
            <a:ext cx="2350008" cy="1691640"/>
          </a:xfrm>
          <a:prstGeom prst="roundRect">
            <a:avLst/>
          </a:prstGeom>
          <a:solidFill>
            <a:srgbClr val="F6F9FD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336024" y="1645920"/>
            <a:ext cx="2350008" cy="1691640"/>
          </a:xfrm>
          <a:prstGeom prst="roundRect">
            <a:avLst/>
          </a:prstGeom>
          <a:solidFill>
            <a:srgbClr val="F6F9FD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2920" y="3840480"/>
            <a:ext cx="2350008" cy="1691640"/>
          </a:xfrm>
          <a:prstGeom prst="roundRect">
            <a:avLst/>
          </a:prstGeom>
          <a:solidFill>
            <a:srgbClr val="F6F9FD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447288" y="3840480"/>
            <a:ext cx="2350008" cy="1691640"/>
          </a:xfrm>
          <a:prstGeom prst="roundRect">
            <a:avLst/>
          </a:prstGeom>
          <a:solidFill>
            <a:srgbClr val="F6F9FD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391656" y="3840480"/>
            <a:ext cx="2350008" cy="1691640"/>
          </a:xfrm>
          <a:prstGeom prst="roundRect">
            <a:avLst/>
          </a:prstGeom>
          <a:solidFill>
            <a:srgbClr val="F6F9FD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336024" y="3840480"/>
            <a:ext cx="2350008" cy="1691640"/>
          </a:xfrm>
          <a:prstGeom prst="roundRect">
            <a:avLst/>
          </a:prstGeom>
          <a:solidFill>
            <a:srgbClr val="F6F9FD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6419088"/>
            <a:ext cx="8229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717C8B"/>
                </a:solidFill>
                <a:latin typeface="Aptos"/>
              </a:defRPr>
            </a:pPr>
            <a:r>
              <a:t>HireHelper | Infosys Springboard Virtual Internship | HireHelper_Team1</a:t>
            </a:r>
          </a:p>
        </p:txBody>
      </p:sp>
      <p:pic>
        <p:nvPicPr>
          <p:cNvPr id="41" name="Picture 40" descr="localhost_517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2075687" cy="1691640"/>
          </a:xfrm>
          <a:prstGeom prst="rect">
            <a:avLst/>
          </a:prstGeom>
        </p:spPr>
      </p:pic>
      <p:pic>
        <p:nvPicPr>
          <p:cNvPr id="42" name="Picture 41" descr="localhost_5173_dashboard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1786252"/>
            <a:ext cx="1122637" cy="1461174"/>
          </a:xfrm>
          <a:prstGeom prst="rect">
            <a:avLst/>
          </a:prstGeom>
        </p:spPr>
      </p:pic>
      <p:pic>
        <p:nvPicPr>
          <p:cNvPr id="43" name="Picture 42" descr="localhost_5173_dashboard (3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379" y="1645920"/>
            <a:ext cx="1779166" cy="1691640"/>
          </a:xfrm>
          <a:prstGeom prst="rect">
            <a:avLst/>
          </a:prstGeom>
        </p:spPr>
      </p:pic>
      <p:pic>
        <p:nvPicPr>
          <p:cNvPr id="44" name="Picture 43" descr="localhost_5173_dashboard (2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681" y="1810512"/>
            <a:ext cx="1115615" cy="1436914"/>
          </a:xfrm>
          <a:prstGeom prst="rect">
            <a:avLst/>
          </a:prstGeom>
        </p:spPr>
      </p:pic>
      <p:pic>
        <p:nvPicPr>
          <p:cNvPr id="45" name="Picture 44" descr="localhost_5173_dashboard (4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2800" y="1677152"/>
            <a:ext cx="1676400" cy="1660408"/>
          </a:xfrm>
          <a:prstGeom prst="rect">
            <a:avLst/>
          </a:prstGeom>
        </p:spPr>
      </p:pic>
      <p:pic>
        <p:nvPicPr>
          <p:cNvPr id="46" name="Picture 45" descr="localhost_5173_dashboard (5)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495" y="3840480"/>
            <a:ext cx="1933272" cy="1691640"/>
          </a:xfrm>
          <a:prstGeom prst="rect">
            <a:avLst/>
          </a:prstGeom>
        </p:spPr>
      </p:pic>
      <p:pic>
        <p:nvPicPr>
          <p:cNvPr id="47" name="Picture 46" descr="localhost_5173_dashboard (6)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5611" y="3840480"/>
            <a:ext cx="1972140" cy="1691640"/>
          </a:xfrm>
          <a:prstGeom prst="rect">
            <a:avLst/>
          </a:prstGeom>
        </p:spPr>
      </p:pic>
      <p:pic>
        <p:nvPicPr>
          <p:cNvPr id="48" name="Picture 47" descr="localhost_5173_dashboard (7)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5379" y="3840480"/>
            <a:ext cx="1779166" cy="1691640"/>
          </a:xfrm>
          <a:prstGeom prst="rect">
            <a:avLst/>
          </a:prstGeom>
        </p:spPr>
      </p:pic>
      <p:pic>
        <p:nvPicPr>
          <p:cNvPr id="49" name="Picture 48" descr="localhost_5173_dashboard (8)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75520" y="3840480"/>
            <a:ext cx="1344167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F63B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92A46"/>
                </a:solidFill>
                <a:latin typeface="Aptos"/>
              </a:defRPr>
            </a:pPr>
            <a:r>
              <a:t>Frontend–Backend API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717C8B"/>
                </a:solidFill>
                <a:latin typeface="Aptos"/>
              </a:defRPr>
            </a:pPr>
            <a:r>
              <a:t>How data moves through the full-stack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914400" cy="50292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2240280"/>
            <a:ext cx="1280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" y="2496312"/>
            <a:ext cx="11338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192A46"/>
                </a:solidFill>
                <a:latin typeface="Aptos"/>
              </a:defRPr>
            </a:pPr>
            <a:r>
              <a:t>User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596896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1368" y="2240280"/>
            <a:ext cx="1280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74520" y="2496312"/>
            <a:ext cx="11338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192A46"/>
                </a:solidFill>
                <a:latin typeface="Aptos"/>
              </a:defRPr>
            </a:pPr>
            <a:r>
              <a:t>React Page /</a:t>
            </a:r>
            <a:br/>
            <a:r>
              <a:t>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2596896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2696" y="2240280"/>
            <a:ext cx="1280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55848" y="2496312"/>
            <a:ext cx="11338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192A46"/>
                </a:solidFill>
                <a:latin typeface="Aptos"/>
              </a:defRPr>
            </a:pPr>
            <a:r>
              <a:t>API Service</a:t>
            </a:r>
            <a:br/>
            <a:r>
              <a:t>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596896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4024" y="2240280"/>
            <a:ext cx="1280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37176" y="2496312"/>
            <a:ext cx="11338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192A46"/>
                </a:solidFill>
                <a:latin typeface="Aptos"/>
              </a:defRPr>
            </a:pPr>
            <a:r>
              <a:t>Axios</a:t>
            </a:r>
            <a:br/>
            <a:r>
              <a:t>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4184" y="2596896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2240280"/>
            <a:ext cx="1280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18504" y="2496312"/>
            <a:ext cx="11338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192A46"/>
                </a:solidFill>
                <a:latin typeface="Aptos"/>
              </a:defRPr>
            </a:pPr>
            <a:r>
              <a:t>Express</a:t>
            </a:r>
            <a:br/>
            <a:r>
              <a:t>Route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2596896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80" y="2240280"/>
            <a:ext cx="1280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9832" y="2496312"/>
            <a:ext cx="11338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192A46"/>
                </a:solidFill>
                <a:latin typeface="Aptos"/>
              </a:defRPr>
            </a:pPr>
            <a:r>
              <a:t>Controller /</a:t>
            </a:r>
            <a:br/>
            <a:r>
              <a:t>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596896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08008" y="2240280"/>
            <a:ext cx="1280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81160" y="2496312"/>
            <a:ext cx="11338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192A46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88168" y="2596896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89336" y="2240280"/>
            <a:ext cx="1280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62488" y="2496312"/>
            <a:ext cx="11338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192A46"/>
                </a:solidFill>
                <a:latin typeface="Aptos"/>
              </a:defRPr>
            </a:pPr>
            <a:r>
              <a:t>Response &amp;</a:t>
            </a:r>
            <a:br/>
            <a:r>
              <a:t>UI Update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4434840"/>
            <a:ext cx="9875520" cy="777240"/>
          </a:xfrm>
          <a:prstGeom prst="roundRect">
            <a:avLst/>
          </a:prstGeom>
          <a:solidFill>
            <a:srgbClr val="E8F0FB"/>
          </a:solidFill>
          <a:ln>
            <a:solidFill>
              <a:srgbClr val="E8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17320" y="4645152"/>
            <a:ext cx="9326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80" b="1">
                <a:solidFill>
                  <a:srgbClr val="2F63BE"/>
                </a:solidFill>
                <a:latin typeface="Aptos"/>
              </a:defRPr>
            </a:pPr>
            <a:r>
              <a:t>React interfaces communicate with Express APIs; backend logic performs application operations and database communication before returning dynamic data to the UI.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8229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717C8B"/>
                </a:solidFill>
                <a:latin typeface="Aptos"/>
              </a:defRPr>
            </a:pPr>
            <a:r>
              <a:t>HireHelper | Infosys Springboard Virtual Internship | HireHelper_Team1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F63B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92A46"/>
                </a:solidFill>
                <a:latin typeface="Aptos"/>
              </a:defRPr>
            </a:pPr>
            <a:r>
              <a:t>Team Development &amp;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717C8B"/>
                </a:solidFill>
                <a:latin typeface="Aptos"/>
              </a:defRPr>
            </a:pPr>
            <a:r>
              <a:t>HireHelper was developed collaboratively through shared modules, integration, testing, and version control.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914400" cy="50292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09160" y="1828800"/>
            <a:ext cx="2788920" cy="749808"/>
          </a:xfrm>
          <a:prstGeom prst="round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9160" y="2057400"/>
            <a:ext cx="2788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HireHelper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3108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971800"/>
            <a:ext cx="64008" cy="1645920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3154680"/>
            <a:ext cx="270662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Frontend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538728"/>
            <a:ext cx="2706624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User interfaces, pages, navigation, and application experience.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971800"/>
            <a:ext cx="3108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26280" y="2971800"/>
            <a:ext cx="64008" cy="1645920"/>
          </a:xfrm>
          <a:prstGeom prst="rect">
            <a:avLst/>
          </a:prstGeom>
          <a:solidFill>
            <a:srgbClr val="2A9985"/>
          </a:solidFill>
          <a:ln>
            <a:solidFill>
              <a:srgbClr val="2A9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27448" y="3154680"/>
            <a:ext cx="270662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Backend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538728"/>
            <a:ext cx="2706624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APIs, business logic, authentication, and data processing.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971800"/>
            <a:ext cx="3108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0" y="2971800"/>
            <a:ext cx="64008" cy="1645920"/>
          </a:xfrm>
          <a:prstGeom prst="rect">
            <a:avLst/>
          </a:prstGeom>
          <a:solidFill>
            <a:srgbClr val="EB9D2A"/>
          </a:solidFill>
          <a:ln>
            <a:solidFill>
              <a:srgbClr val="EB9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13648" y="3154680"/>
            <a:ext cx="270662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Database &amp;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3538728"/>
            <a:ext cx="2706624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Data management, API integration, testing, and module connectivity.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074920"/>
            <a:ext cx="10469880" cy="731520"/>
          </a:xfrm>
          <a:prstGeom prst="roundRect">
            <a:avLst/>
          </a:prstGeom>
          <a:solidFill>
            <a:srgbClr val="E8F0FB"/>
          </a:solidFill>
          <a:ln>
            <a:solidFill>
              <a:srgbClr val="E8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303520"/>
            <a:ext cx="10104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2F63BE"/>
                </a:solidFill>
                <a:latin typeface="Aptos"/>
              </a:defRPr>
            </a:pPr>
            <a:r>
              <a:t>Planning  →  Module Development  →  Testing  →  Integration  →  Pull Requests  →  Review &amp; Merge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8229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717C8B"/>
                </a:solidFill>
                <a:latin typeface="Aptos"/>
              </a:defRPr>
            </a:pPr>
            <a:r>
              <a:t>HireHelper | Infosys Springboard Virtual Internship | HireHelper_Team1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F63B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92A46"/>
                </a:solidFill>
                <a:latin typeface="Aptos"/>
              </a:defRPr>
            </a:pPr>
            <a:r>
              <a:t>Development Workflow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717C8B"/>
                </a:solidFill>
                <a:latin typeface="Aptos"/>
              </a:defRPr>
            </a:pPr>
            <a:r>
              <a:t>Implementation, testing, version control, and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914400" cy="50292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2057400"/>
            <a:ext cx="1325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" y="2304288"/>
            <a:ext cx="119786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>
                <a:solidFill>
                  <a:srgbClr val="192A46"/>
                </a:solidFill>
                <a:latin typeface="Aptos"/>
              </a:defRPr>
            </a:pPr>
            <a:r>
              <a:t>Feature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359152"/>
            <a:ext cx="182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47088" y="2057400"/>
            <a:ext cx="1325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11095" y="2304288"/>
            <a:ext cx="119786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>
                <a:solidFill>
                  <a:srgbClr val="192A46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359152"/>
            <a:ext cx="182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8416" y="2057400"/>
            <a:ext cx="1325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92424" y="2304288"/>
            <a:ext cx="119786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>
                <a:solidFill>
                  <a:srgbClr val="192A46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359152"/>
            <a:ext cx="182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9744" y="2057400"/>
            <a:ext cx="1325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73752" y="2304288"/>
            <a:ext cx="119786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>
                <a:solidFill>
                  <a:srgbClr val="192A46"/>
                </a:solidFill>
                <a:latin typeface="Aptos"/>
              </a:defRPr>
            </a:pPr>
            <a:r>
              <a:t>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5624" y="2359152"/>
            <a:ext cx="182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2057400"/>
            <a:ext cx="1325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2304288"/>
            <a:ext cx="119786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>
                <a:solidFill>
                  <a:srgbClr val="192A46"/>
                </a:solidFill>
                <a:latin typeface="Aptos"/>
              </a:defRPr>
            </a:pPr>
            <a:r>
              <a:t>Push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2359152"/>
            <a:ext cx="182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2057400"/>
            <a:ext cx="1325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36408" y="2304288"/>
            <a:ext cx="119786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>
                <a:solidFill>
                  <a:srgbClr val="192A46"/>
                </a:solidFill>
                <a:latin typeface="Aptos"/>
              </a:defRPr>
            </a:pPr>
            <a:r>
              <a:t>Pull 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359152"/>
            <a:ext cx="182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2057400"/>
            <a:ext cx="1325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17736" y="2304288"/>
            <a:ext cx="119786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>
                <a:solidFill>
                  <a:srgbClr val="192A46"/>
                </a:solidFill>
                <a:latin typeface="Aptos"/>
              </a:defRPr>
            </a:pPr>
            <a:r>
              <a:t>Review / Merge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79608" y="2359152"/>
            <a:ext cx="182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35056" y="2057400"/>
            <a:ext cx="1325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99064" y="2304288"/>
            <a:ext cx="119786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>
                <a:solidFill>
                  <a:srgbClr val="192A46"/>
                </a:solidFill>
                <a:latin typeface="Aptos"/>
              </a:defRPr>
            </a:pPr>
            <a:r>
              <a:t>Develop Branch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16052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4400" y="4160520"/>
            <a:ext cx="64008" cy="1143000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15568" y="4343400"/>
            <a:ext cx="16093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Git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4709159"/>
            <a:ext cx="16093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Version control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08960" y="416052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108960" y="4160520"/>
            <a:ext cx="64008" cy="1143000"/>
          </a:xfrm>
          <a:prstGeom prst="rect">
            <a:avLst/>
          </a:prstGeom>
          <a:solidFill>
            <a:srgbClr val="2A9985"/>
          </a:solidFill>
          <a:ln>
            <a:solidFill>
              <a:srgbClr val="2A9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10128" y="4343400"/>
            <a:ext cx="16093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0128" y="4709159"/>
            <a:ext cx="16093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Collaboration &amp; PRs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03520" y="416052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303520" y="4160520"/>
            <a:ext cx="64008" cy="1143000"/>
          </a:xfrm>
          <a:prstGeom prst="rect">
            <a:avLst/>
          </a:prstGeom>
          <a:solidFill>
            <a:srgbClr val="EB9D2A"/>
          </a:solidFill>
          <a:ln>
            <a:solidFill>
              <a:srgbClr val="EB9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04688" y="4343400"/>
            <a:ext cx="16093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Postman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04688" y="4709159"/>
            <a:ext cx="16093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API testing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79" y="416052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498079" y="4160520"/>
            <a:ext cx="64008" cy="1143000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699248" y="4343400"/>
            <a:ext cx="16093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MongoDB Atlas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99248" y="4709159"/>
            <a:ext cx="16093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Cloud database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92640" y="416052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692640" y="4160520"/>
            <a:ext cx="64008" cy="1143000"/>
          </a:xfrm>
          <a:prstGeom prst="rect">
            <a:avLst/>
          </a:prstGeom>
          <a:solidFill>
            <a:srgbClr val="2A9985"/>
          </a:solidFill>
          <a:ln>
            <a:solidFill>
              <a:srgbClr val="2A9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893808" y="4343400"/>
            <a:ext cx="16093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VS Code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93808" y="4709159"/>
            <a:ext cx="16093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19088"/>
            <a:ext cx="8229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717C8B"/>
                </a:solidFill>
                <a:latin typeface="Aptos"/>
              </a:defRPr>
            </a:pPr>
            <a:r>
              <a:t>HireHelper | Infosys Springboard Virtual Internship | HireHelper_Team1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F63B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92A46"/>
                </a:solidFill>
                <a:latin typeface="Aptos"/>
              </a:defRPr>
            </a:pPr>
            <a:r>
              <a:t>Challenges &amp; 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1556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717C8B"/>
                </a:solidFill>
                <a:latin typeface="Aptos"/>
              </a:defRPr>
            </a:pPr>
            <a:r>
              <a:t>Key lessons from building and integrating the complete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914400" cy="50292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6576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64008" cy="731520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874520"/>
            <a:ext cx="32552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Frontend–Backend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40280"/>
            <a:ext cx="3255264" cy="45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874520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691640"/>
            <a:ext cx="63550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49240" y="1847088"/>
            <a:ext cx="5897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717C8B"/>
                </a:solidFill>
                <a:latin typeface="Aptos"/>
              </a:defRPr>
            </a:pPr>
            <a:r>
              <a:t>Connected interfaces, APIs, backend logic, and database responses.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60320"/>
            <a:ext cx="36576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64008" cy="731520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2743200"/>
            <a:ext cx="32552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Static to Dynamic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108960"/>
            <a:ext cx="3255264" cy="45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2743200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560320"/>
            <a:ext cx="63550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49240" y="2715768"/>
            <a:ext cx="5897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717C8B"/>
                </a:solidFill>
                <a:latin typeface="Aptos"/>
              </a:defRPr>
            </a:pPr>
            <a:r>
              <a:rPr sz="1000">
                <a:solidFill>
                  <a:srgbClr val="717C8B"/>
                </a:solidFill>
                <a:latin typeface="Aptos"/>
              </a:rPr>
              <a:t>Integrated backend-driven functionality to reduce reliance on isolated mock flows.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29000"/>
            <a:ext cx="36576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429000"/>
            <a:ext cx="64008" cy="731520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3611880"/>
            <a:ext cx="32552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Authentication &amp;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3977639"/>
            <a:ext cx="3255264" cy="45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3611880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0" y="3429000"/>
            <a:ext cx="63550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49240" y="3584448"/>
            <a:ext cx="5897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717C8B"/>
                </a:solidFill>
                <a:latin typeface="Aptos"/>
              </a:defRPr>
            </a:pPr>
            <a:r>
              <a:rPr sz="1000">
                <a:solidFill>
                  <a:srgbClr val="717C8B"/>
                </a:solidFill>
                <a:latin typeface="Aptos"/>
              </a:rPr>
              <a:t>Integrated OTP, JWT, password hashing, protected routes, and recovery workflows.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297680"/>
            <a:ext cx="36576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4297680"/>
            <a:ext cx="64008" cy="731520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7" y="4480560"/>
            <a:ext cx="32552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Email &amp; API Configuration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" y="4846320"/>
            <a:ext cx="3255264" cy="45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0" y="4480560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4297680"/>
            <a:ext cx="63550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49240" y="4453128"/>
            <a:ext cx="5897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717C8B"/>
                </a:solidFill>
                <a:latin typeface="Aptos"/>
              </a:defRPr>
            </a:pPr>
            <a:r>
              <a:rPr sz="1000">
                <a:solidFill>
                  <a:srgbClr val="717C8B"/>
                </a:solidFill>
                <a:latin typeface="Aptos"/>
              </a:rPr>
              <a:t>Configured email integration and tested API request/response flows.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166360"/>
            <a:ext cx="36576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" y="5166360"/>
            <a:ext cx="64008" cy="731520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7" y="5349240"/>
            <a:ext cx="32552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A46"/>
                </a:solidFill>
                <a:latin typeface="Aptos"/>
              </a:defRPr>
            </a:pPr>
            <a:r>
              <a:t>Collaborative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7" y="5715000"/>
            <a:ext cx="3255264" cy="45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717C8B"/>
                </a:solidFill>
                <a:latin typeface="Aptos"/>
              </a:defRPr>
            </a:pP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0" y="5349240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F6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0" y="5166360"/>
            <a:ext cx="63550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49240" y="5321808"/>
            <a:ext cx="5897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717C8B"/>
                </a:solidFill>
                <a:latin typeface="Aptos"/>
              </a:defRPr>
            </a:pPr>
            <a:r>
              <a:rPr sz="1000">
                <a:solidFill>
                  <a:srgbClr val="717C8B"/>
                </a:solidFill>
                <a:latin typeface="Aptos"/>
              </a:rPr>
              <a:t>Used branching and pull requests while integrating independently developed modules.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19088"/>
            <a:ext cx="8229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717C8B"/>
                </a:solidFill>
                <a:latin typeface="Aptos"/>
              </a:defRPr>
            </a:pPr>
            <a:r>
              <a:t>HireHelper | Infosys Springboard Virtual Internship | HireHelper_Team1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3BE"/>
          </a:solidFill>
          <a:ln>
            <a:solidFill>
              <a:srgbClr val="2F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500" b="1">
                <a:solidFill>
                  <a:srgbClr val="192A46"/>
                </a:solidFill>
                <a:latin typeface="Aptos"/>
              </a:defRPr>
            </a:pPr>
            <a:r>
              <a:t>HireHelper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874519"/>
            <a:ext cx="9738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50" b="0">
                <a:solidFill>
                  <a:srgbClr val="3A4554"/>
                </a:solidFill>
                <a:latin typeface="Aptos"/>
              </a:defRPr>
            </a:pPr>
            <a:r>
              <a:t>A complete full-stack task assistance platform integrating user access, task workflows, navigation, APIs, backend logic, database communication, and collaborative development.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3017520"/>
            <a:ext cx="9144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3264408"/>
            <a:ext cx="8503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F63BE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75887"/>
            <a:ext cx="8503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717C8B"/>
                </a:solidFill>
                <a:latin typeface="Aptos"/>
              </a:defRPr>
            </a:pPr>
            <a:r>
              <a:t>Enhanced integrations • Real-time updates • Notifications • Ratings / reviews • Better matching • Analytics • Scalability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2F63BE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717C8B"/>
                </a:solidFill>
                <a:latin typeface="Aptos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974</Words>
  <Application>Microsoft Office PowerPoint</Application>
  <PresentationFormat>Custom</PresentationFormat>
  <Paragraphs>240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Windows User</cp:lastModifiedBy>
  <cp:revision>10</cp:revision>
  <dcterms:created xsi:type="dcterms:W3CDTF">2013-01-27T09:14:16Z</dcterms:created>
  <dcterms:modified xsi:type="dcterms:W3CDTF">2026-08-21T18:28:51Z</dcterms:modified>
  <cp:category/>
</cp:coreProperties>
</file>